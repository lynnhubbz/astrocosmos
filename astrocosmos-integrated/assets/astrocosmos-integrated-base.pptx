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>
        <p:scale>
          <a:sx n="100" d="100"/>
          <a:sy n="100" d="100"/>
        </p:scale>
        <p:origin x="-147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107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26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087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310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849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70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712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787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737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615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080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BCB91-423F-46D2-B125-DCB8133BC982}" type="datetimeFigureOut">
              <a:rPr lang="en-ID" smtClean="0"/>
              <a:t>26/07/2025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28CAC-7468-4A8A-BBC9-44D10FA9451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97756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4A9E27-A122-47DC-9D18-2EE776FF8444}"/>
              </a:ext>
            </a:extLst>
          </p:cNvPr>
          <p:cNvSpPr txBox="1"/>
          <p:nvPr/>
        </p:nvSpPr>
        <p:spPr>
          <a:xfrm>
            <a:off x="4068793" y="3244334"/>
            <a:ext cx="405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Click</a:t>
            </a:r>
            <a:r>
              <a:rPr lang="id-ID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anywhere</a:t>
            </a:r>
            <a:r>
              <a:rPr lang="id-ID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to</a:t>
            </a:r>
            <a:r>
              <a:rPr lang="id-ID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load</a:t>
            </a:r>
            <a:endParaRPr lang="en-ID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2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8F86A-D221-4550-83CA-C7171D7C2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29" y="564498"/>
            <a:ext cx="9400142" cy="5729005"/>
          </a:xfrm>
          <a:prstGeom prst="rect">
            <a:avLst/>
          </a:prstGeom>
        </p:spPr>
      </p:pic>
      <p:pic>
        <p:nvPicPr>
          <p:cNvPr id="6" name="Travis Fitzsimmons - Painting The Solar System (Orchestra)">
            <a:hlinkClick r:id="" action="ppaction://media"/>
            <a:extLst>
              <a:ext uri="{FF2B5EF4-FFF2-40B4-BE49-F238E27FC236}">
                <a16:creationId xmlns:a16="http://schemas.microsoft.com/office/drawing/2014/main" id="{5D6D740F-C3AC-4518-9661-1E62BD7FA1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6726" y="81772"/>
            <a:ext cx="456847" cy="45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02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0AA856-35CA-4716-BC4A-29F88172B24E}"/>
              </a:ext>
            </a:extLst>
          </p:cNvPr>
          <p:cNvSpPr txBox="1"/>
          <p:nvPr/>
        </p:nvSpPr>
        <p:spPr>
          <a:xfrm flipH="1">
            <a:off x="4974566" y="3244334"/>
            <a:ext cx="224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Thank</a:t>
            </a:r>
            <a:r>
              <a:rPr lang="id-ID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id-ID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you</a:t>
            </a:r>
            <a:r>
              <a:rPr lang="id-ID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!</a:t>
            </a:r>
            <a:endParaRPr lang="en-ID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86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7</Words>
  <Application>Microsoft Office PowerPoint</Application>
  <PresentationFormat>Widescreen</PresentationFormat>
  <Paragraphs>2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Skyfurs</dc:creator>
  <cp:lastModifiedBy>William Skyfurs</cp:lastModifiedBy>
  <cp:revision>3</cp:revision>
  <dcterms:created xsi:type="dcterms:W3CDTF">2025-07-26T14:16:20Z</dcterms:created>
  <dcterms:modified xsi:type="dcterms:W3CDTF">2025-07-26T14:33:59Z</dcterms:modified>
</cp:coreProperties>
</file>